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09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KijaniKiosk Capstone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C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Infrastructure-First: Staging Environment, Pipeline Gate, and Alerting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1280160" cy="36576"/>
          </a:xfrm>
          <a:prstGeom prst="rect">
            <a:avLst/>
          </a:prstGeom>
          <a:solidFill>
            <a:srgbClr val="0F6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·  Capstone Presentation Day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 &amp;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gate stood between a code change and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staging environment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kk-payments changes went straight to production with no isolated place to catch issues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automated health check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weren't verified before reaching real traffic — a broken build could ship silently.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6002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human checkpoint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536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no required approval step, and no record of who approved a release or why.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builds the staging environment, the automated gate, and the alert rule that close that gap.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manifest, two environments, one gate between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3591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82880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15768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15768" y="23591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branch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94767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SCM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182880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13448" y="194767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kijani-staging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13448" y="23591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kk-payments (staging)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26880" y="18288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36608" y="1947672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→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36608" y="235915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healthz + approval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0" y="2258568"/>
            <a:ext cx="320040" cy="164592"/>
          </a:xfrm>
          <a:prstGeom prst="rightArrow">
            <a:avLst/>
          </a:prstGeom>
          <a:solidFill>
            <a:srgbClr val="0F6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43400" y="2258568"/>
            <a:ext cx="320040" cy="164592"/>
          </a:xfrm>
          <a:prstGeom prst="rightArrow">
            <a:avLst/>
          </a:prstGeom>
          <a:solidFill>
            <a:srgbClr val="0F6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2258568"/>
            <a:ext cx="320040" cy="164592"/>
          </a:xfrm>
          <a:prstGeom prst="rightArrow">
            <a:avLst/>
          </a:prstGeom>
          <a:solidFill>
            <a:srgbClr val="0F6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6840" y="2258568"/>
            <a:ext cx="320040" cy="164592"/>
          </a:xfrm>
          <a:prstGeom prst="rightArrow">
            <a:avLst/>
          </a:prstGeom>
          <a:solidFill>
            <a:srgbClr val="0F6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9640" y="3429000"/>
            <a:ext cx="3063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B57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59368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(production)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59368" y="3959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Deployment manifest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21240" y="2880360"/>
            <a:ext cx="164592" cy="502920"/>
          </a:xfrm>
          <a:prstGeom prst="downArrow">
            <a:avLst/>
          </a:prstGeom>
          <a:solidFill>
            <a:srgbClr val="B5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3063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0F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3959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restart-count alert rule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scrapes both namespaces for restart counts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provisions kijani-staging  ·  kustomize applies one shared manifest with per-environment ConfigMaps  ·  Jenkins gates promotion on a passing smoke test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PIPELINE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run: staging deploy → smoke test → gate →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→"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Merge to main triggers Jenkins automatically (Poll SCM) — no manual step.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→"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kubectl apply -k k8s/staging deploys kk-payments to the isolated namespace.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→"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Smoke test curls /healthz over a port-forward; a non-200 fails the build before the gate.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→"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Approval gate pauses the pipeline and requires a typed APPROVAL_REASON.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→"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On approval, the identical manifest is applied to production and rolled 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Recorded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0" y="242316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#5 recorded a genuine failure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#9 shows the gate paused with a specific, real approval reason referencing the actual smoke test result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output: "deployment kk-payments successfully rolled out" · Finished: SUCCESS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KEY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Placeholder image vs. blocking on the real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trade-off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kk-payments image existed in this environment. I could stall infrastructure work until one was rebuilt, or prove the deployment/pipeline/RBAC logic independently of application code using hashicorp/http-echo — a container satisfying the same ports, probes, and ConfigMap wiring a real app would.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0F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was the right call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mechanics — RBAC, smoke test, approval gate — are independent of application code and fully provable this way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on a rebuilt app would have cost hours with no infrastructure progress to show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named explicitly in the scope document, not hidden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in a real image later is a one-line change to deployment.yaml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AI TOOLING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helped, what it got wrong, and how I checked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07008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binding for Jenkins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got wrong: </a:t>
            </a:r>
            <a:r>
              <a:rPr lang="en-US" sz="10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attempt bound to the wrong ServiceAccount, so kubectl calls failed silently against the real cluster.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4780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verification: </a:t>
            </a:r>
            <a:r>
              <a:rPr lang="en-US" sz="10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Rebound to the build agent's actual in-cluster ServiceAccount, scoped to kijani-staging + default; verified with a live pipeline run.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11064240" cy="1207008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stage guards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got wrong: </a:t>
            </a:r>
            <a:r>
              <a:rPr lang="en-US" sz="10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Jenkinsfile had `when { branch "main" }` guards that never matched this repo's actual branch context, blocking every stage.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83133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verification: </a:t>
            </a:r>
            <a:r>
              <a:rPr lang="en-US" sz="10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the guards; confirmed by triggering a real build that reached the approval gate.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11064240" cy="1207008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4897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deploy capability flag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78231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got wrong: </a:t>
            </a:r>
            <a:r>
              <a:rPr lang="en-US" sz="10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 stack failed validation with a vague error; root cause was a missing CAPABILITY_NAMED_IAM flag, not surfaced by the framework.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184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verification: </a:t>
            </a:r>
            <a:r>
              <a:rPr lang="en-US" sz="10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Diagnosed via aws cloudformation validate-template directly; documented as a known Framework v4 quirk.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PRODUCTION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not production-ready, and the specific remediation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874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Placeholder application image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57860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kk-payments runs as hashicorp/http-echo, not the real service.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3913632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image field in k8s/base/deployment.yaml once a real container is built; no other pipeline change required.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874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Single-region, no HA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257860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 is a single node; no multi-zone or autoscaling.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3913632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a managed cluster (GKE/EKS) with a HorizontalPodAutoscaler and pod anti-affinity across zones.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72784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874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quota is a rough estimate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257860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3952" y="27889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staging ResourceQuota (1 CPU / 1Gi) was not load-tested.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73952" y="37033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913632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load test against staging and tune requests/limits from observed usage before raising to match production sizing.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34856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36024" y="1874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production alert coverage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36024" y="257860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36024" y="27889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 rule watches restart count only, not latency or error rate.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36024" y="37033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36024" y="3913632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error-rate and latency rules already drafted in monitoring/kk-payments-alerts.yaml once the app exposes real request metrics.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gate now stands between every change and production.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· Kubernetes · Jenkins · Prometheus — proven end-to-end, with the gaps named honestly.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github.com/kyos-hub/kijanikiosk-capstone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Brandon Maina</cp:lastModifiedBy>
  <cp:revision>2</cp:revision>
  <dcterms:created xsi:type="dcterms:W3CDTF">2026-08-18T11:14:40Z</dcterms:created>
  <dcterms:modified xsi:type="dcterms:W3CDTF">2026-08-18T11:24:19Z</dcterms:modified>
</cp:coreProperties>
</file>